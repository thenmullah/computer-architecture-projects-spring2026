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813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828800" cy="1828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058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0A5FA"/>
                </a:solidFill>
              </a:rPr>
              <a:t>ASSEMBLY LANGUAGE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200" dirty="0">
                <a:solidFill>
                  <a:srgbClr val="60A5FA"/>
                </a:solidFill>
              </a:rPr>
              <a:t>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0" y="914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Voting Machine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840480" y="1783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770142" y="2579186"/>
            <a:ext cx="32004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0" y="29260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Naseer Ahmad 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. Adil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Naeem Ullah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Assembly Language • Voting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01168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71600"/>
            <a:ext cx="8412480" cy="7772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5270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444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Voting 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755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menu-driven program for casting votes among 3 candidates.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8412480" cy="7772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487168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8086 Assembly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2715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low-level programming: registers, interrupts &amp; memory.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291840"/>
            <a:ext cx="8412480" cy="7772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344728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Candidates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3675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vote for Candidate A, B, or C via keyboard input.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251960"/>
            <a:ext cx="8412480" cy="7772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" y="44074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4325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Results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97280" y="4636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counts votes and announces the winner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key to cast your vote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002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3639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1 to Vote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1600200"/>
            <a:ext cx="1371600" cy="1371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2900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3639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2 to Vote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1600200"/>
            <a:ext cx="1371600" cy="1371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5508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3639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3 to Vote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617720"/>
            <a:ext cx="3108960" cy="411480"/>
          </a:xfrm>
          <a:prstGeom prst="roundRect">
            <a:avLst>
              <a:gd name="adj" fmla="val 15556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</a:rPr>
              <a:t>Press 4  →  Show Results &amp; Exit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41732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with candidates is displayed on screen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01368" y="1993392"/>
            <a:ext cx="16459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1965960" y="141732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0" y="155448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01168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01168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choice via keyboard (1, 2, 3 or 4)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538728" y="1993392"/>
            <a:ext cx="16459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3703320" y="141732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023360" y="155448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0233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374904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4904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checks: valid vote → saved; invalid → error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76088" y="1993392"/>
            <a:ext cx="16459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0"/>
          <p:cNvSpPr/>
          <p:nvPr/>
        </p:nvSpPr>
        <p:spPr>
          <a:xfrm>
            <a:off x="5440680" y="141732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0" y="15544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57607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48640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repeats until user selects option 4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013448" y="1993392"/>
            <a:ext cx="16459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Shape 26"/>
          <p:cNvSpPr/>
          <p:nvPr/>
        </p:nvSpPr>
        <p:spPr>
          <a:xfrm>
            <a:off x="7178040" y="141732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498080" y="1554480"/>
            <a:ext cx="914400" cy="9144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722376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22376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vote counts and winner are displayed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 Counting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tracked using a dedicated memory variable (counter). When a user votes, the corresponding counter increments by 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48840"/>
            <a:ext cx="109728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Candidate A  (starts at 0, +1 per vote)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108960"/>
            <a:ext cx="109728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Candidate B  (starts at 0, +1 per vote)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069080"/>
            <a:ext cx="10972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Candidate C  (starts at 0, +1 per vote)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3840480" cy="3886200"/>
          </a:xfrm>
          <a:prstGeom prst="roundRect">
            <a:avLst>
              <a:gd name="adj" fmla="val 2857"/>
            </a:avLst>
          </a:prstGeom>
          <a:solidFill>
            <a:srgbClr val="1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Instruction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1645920"/>
            <a:ext cx="3474720" cy="2651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 AL, '1'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JNE CHECK_B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 [VOTEA]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 MENU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CHECK_B: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 AL, '2'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JNE CHECK_C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 [VOTEB]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1148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 via INT 21H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keys 1, 2, 3 (vote), or 4 (results)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character read per interaction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keys trigger an error message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 via INT 21H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3405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42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keys 1, 2, 3 (vote), or 4 (results)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1927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2278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character read per interaction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8130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keys trigger an error message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411480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01168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output via INT 21H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menu printed before each input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message after each vote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table displayed on key 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56048" y="214884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output via INT 21H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56048" y="2734056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138928" y="2642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menu printed before each input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56048" y="3319272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138928" y="32278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message after each vote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56048" y="3904488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138928" y="38130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table displayed on key 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8412480" cy="201168"/>
          </a:xfrm>
          <a:prstGeom prst="roundRect">
            <a:avLst>
              <a:gd name="adj" fmla="val 22727"/>
            </a:avLst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Press 1 → Vote A increases  |  Press 2 → Vote B increases  |  Press 4 → Show final result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the Result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user presses 4?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result display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3172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468880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88920" y="1600200"/>
            <a:ext cx="1371600" cy="13716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783080"/>
            <a:ext cx="1005840" cy="1005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Totals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56032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per candidate printed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3484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4572000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92040" y="160020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783080"/>
            <a:ext cx="1005840" cy="10058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Winner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66344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vote count identified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53796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6675120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95160" y="1600200"/>
            <a:ext cx="1371600" cy="13716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783080"/>
            <a:ext cx="1005840" cy="10058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Winner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76656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announced on screen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01168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 Selection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4173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78408" y="155448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978408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14173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50208" y="1554480"/>
            <a:ext cx="1371600" cy="1371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3950208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B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42900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22008" y="1554480"/>
            <a:ext cx="1371600" cy="1371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922008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40080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80360" y="2057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vs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852160" y="2057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vs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65760" y="36758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6393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uses CMP instruction to compare VOTEA, VOTEB, VOTEC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65760" y="41148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0782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with the highest vote count is declared the winner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5760" y="455371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5171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Winner's name is displayed on screen using INT 21H output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 Used in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9903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99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in registers or memory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63347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633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values to control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386791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867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3840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jump to another part of program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139903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399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 / JB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jumps for decision making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263347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2633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vote counter by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386791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3867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21H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with screen and keyboard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 Used — INT 21H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 21H?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39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interrupt for system services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420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 = 01H → Read character from keyboard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44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 = 09H → Print string to screen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47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 = 4CH → Exit the program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11480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50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 all I/O in 8086 programs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A2744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96596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Read a key from keyboard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AH, 01H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21H        ; AL = key pressed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Print a string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DX, OFFSET MSG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AH, 09H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21H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Exit program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AH, 4CH</a:t>
            </a:r>
            <a:endParaRPr lang="en-US" sz="11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21H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44752"/>
            <a:ext cx="804672" cy="8046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52704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Menu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773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numeric menu for candidate selection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1261872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1444752"/>
            <a:ext cx="804672" cy="80467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52704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943600" y="1773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3 candidates + result view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65176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" y="2834640"/>
            <a:ext cx="804672" cy="80467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916936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7614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Vote Counting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1638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update in real-time after each vote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46320" y="265176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10912" y="2834640"/>
            <a:ext cx="804672" cy="80467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2916936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27614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Calculation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943600" y="31638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comparison to find the winner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2560320" y="4041648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1E3A6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24912" y="4224528"/>
            <a:ext cx="804672" cy="804672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7208" y="4306824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57600" y="41513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657600" y="4553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is caught and user re-prompted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25880"/>
            <a:ext cx="8412480" cy="3611880"/>
          </a:xfrm>
          <a:prstGeom prst="roundRect">
            <a:avLst>
              <a:gd name="adj" fmla="val 379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325880"/>
            <a:ext cx="8412480" cy="384048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" y="139903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886968" y="139903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1179576" y="139903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voting_machine.asm — Terminal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Candidate 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075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Candidate 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3225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Candidate 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569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Show Result and Exit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Vote: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Vote: 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Vote: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557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Vote: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803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Vote: 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Vote: 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178308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FINAL RESULT =====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A Votes: 03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37760" y="2752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B Votes: 01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0" y="3172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C Votes: 01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37760" y="3593592"/>
            <a:ext cx="32918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36850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Candidate A 🏆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1E3A6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77724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371600" y="425196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1E3A6E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42519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914400"/>
            <a:ext cx="2286000" cy="22860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9728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520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8600" y="4206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Machine System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Assembly Language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062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206240" y="960120"/>
            <a:ext cx="2743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0" y="1234440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4617720" y="11704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functional voting system in 8086 Assembly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06240" y="1947672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188366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memory handling, I/O, conditions &amp; loops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06240" y="2660904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25968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learning low-level programming concepts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337413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33101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practical use of INT 21H and CMP instructions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06240" y="4206240"/>
            <a:ext cx="4572000" cy="457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________________________  |  Class: BSCS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831</Words>
  <Application>Microsoft Office PowerPoint</Application>
  <PresentationFormat>On-screen Show (16:9)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Voting Machine System — Assembly Language Project</dc:title>
  <dc:subject>PptxGenJS Presentation</dc:subject>
  <dc:creator>PptxGenJS</dc:creator>
  <cp:lastModifiedBy>Guest User</cp:lastModifiedBy>
  <cp:revision>2</cp:revision>
  <dcterms:created xsi:type="dcterms:W3CDTF">2026-06-16T08:49:29Z</dcterms:created>
  <dcterms:modified xsi:type="dcterms:W3CDTF">2026-06-16T09:15:39Z</dcterms:modified>
</cp:coreProperties>
</file>